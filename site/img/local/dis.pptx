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85" d="100"/>
          <a:sy n="85" d="100"/>
        </p:scale>
        <p:origin x="5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89EC-02E0-AFC7-3AD2-4B5D13DFF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A608-24DB-F2F1-4821-99EE2B22D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365CD-EBEC-BAAC-94AD-4FF1B31F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719D0-8CCA-797C-4DA9-5F280298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4A46-185D-07BC-0D91-2CE1144E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0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E341-E097-2763-47F2-840DCFBC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98B7-474C-C197-1ECC-E37420C43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04FEE-87C6-C018-0FE9-03482BE3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FEBC-DA2E-B268-0D60-3A60DB258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6E93F-0416-B6E6-64E1-F8427C64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3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AF25-75DD-3259-AFD1-947D5833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9A39E-E38A-8C3F-00F3-8B296D7F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1DB6-BB0B-447A-4E3A-93BBF15B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2B339-C7FF-FA46-F54F-D79BC25F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764F-CB42-F781-1015-663BD55C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2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B7BA-0858-1682-26F5-582162F3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C5643-9CAD-F29D-11BB-4F4357DE2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39FA9-731C-C39E-A7AB-BACBCE09A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65969-8BF4-787E-3636-A27B5575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4CA9F-A9CB-4789-057A-38DA0174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2EA4-E8B5-2655-222A-9C196457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3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550E-2A5F-B4D9-D56C-3AA639C83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177E3-1417-7304-C286-EB0F717F0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B1C67-163B-6C61-B023-831FC5C8B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611F4-764C-7914-36A4-C73F063B8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0F218-677B-28DA-C6E8-200F3FE3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FC3C9A-040E-6C9C-9B47-DF47B079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8A9FB-B0D7-0A31-9DA9-C7481736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8F8C9-A11E-2972-E840-A6337061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1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8114-A935-2053-B52E-65B06AB5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0F4B2-198B-290D-4156-FF93835E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9E3CA-0189-5E17-AE56-D406C5A8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C1417-1A53-4DDF-A525-ADA04F6F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7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72577-DC59-2DDF-1539-DD4A2742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87AB1-EF61-4A70-4326-BFC5698A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83B87-2A3E-DDFA-F127-4A60A4AF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4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000A-AE41-201E-54E3-4C3C8455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501C2-5213-2478-84B5-BC1E14B2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4C9D0-C6DE-055C-559C-D9EF36AD1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71958-6B8C-6368-C33D-AFF20960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30379-5905-7DA5-CBE9-46D2B71F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400D6-43CB-8D79-DCEE-A7ED9463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4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99B6-77A1-E160-967B-F913E287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1FBC8-77BF-5CC7-1CF4-9F297FFAE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4DD55-3050-6AB2-99B9-EE2076CFB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F03DD-9049-E491-AFE8-02D1C02F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269AD-C1F6-C875-1EAB-14A67B65D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73970-0D07-5FF3-E27E-ED9EDD48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5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B84E-F627-D91A-2F18-33C01193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D99EB-BC3F-39A6-EF56-BC1E86483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927B-DAC0-EB41-3FDD-FE456108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782C0-9107-07E7-C08B-3B8DBFB7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0F3DB-359F-07B1-A726-83C44C84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4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6E464-C0A6-94E4-D974-43567C449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CA968-4444-E504-05EC-909C8EEBA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D7055-BA89-DF93-4DEC-0C00BBF3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E1E40-57A2-C970-8B7E-DD51C48B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3879-7E6F-0E20-82A7-74B2CA7F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1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2F883-092C-FE70-2C04-C17C9E6F3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1EB39-05CB-B777-F122-E0B26251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A9014-9B47-B545-30CC-7292D230B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78690-0315-3341-9332-244F3E7CC13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3B657-A5A4-FFDA-5B55-E3DA0EAE8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1854D-EFD6-BA73-0FAB-070CBB3F1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2E646-5E4E-3E43-BCE7-E40DB70A8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7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02C363-E0E1-B830-EE65-55072220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86" y="2033424"/>
            <a:ext cx="2032000" cy="1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1A7FB4-4245-D501-B4E5-B1B9F04A7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369" y="2033424"/>
            <a:ext cx="2032000" cy="101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1BBCF4-D0EB-8412-0D1E-F8649F696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052" y="2033424"/>
            <a:ext cx="2032000" cy="101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2FF3C5-B99D-E343-CFC2-10D83AF6F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735" y="2033424"/>
            <a:ext cx="2032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1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wg25r@student.ubc.ca</dc:creator>
  <cp:lastModifiedBy>wg25r@student.ubc.ca</cp:lastModifiedBy>
  <cp:revision>1</cp:revision>
  <dcterms:created xsi:type="dcterms:W3CDTF">2026-05-29T22:44:00Z</dcterms:created>
  <dcterms:modified xsi:type="dcterms:W3CDTF">2026-05-29T22:53:26Z</dcterms:modified>
</cp:coreProperties>
</file>